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%</c:v>
                </c:pt>
              </c:strCache>
            </c:strRef>
          </c:tx>
          <c:spPr>
            <a:solidFill>
              <a:srgbClr val="028090">
                <a:alpha val="100000"/>
              </a:srgbClr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Payroll</c:v>
                  </c:pt>
                  <c:pt idx="1">
                    <c:v>Marketing</c:v>
                  </c:pt>
                  <c:pt idx="2">
                    <c:v>Other</c:v>
                  </c:pt>
                  <c:pt idx="3">
                    <c:v>Cloud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18</c:v>
                </c:pt>
                <c:pt idx="2">
                  <c:v>15</c:v>
                </c:pt>
                <c:pt idx="3">
                  <c:v>12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73152" cy="2926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Numbers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— Finance Update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/ FINANCE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/ FINANCE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Top-line revenue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11680"/>
            <a:ext cx="73152" cy="2468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REVENUE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$4.2M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18% YoY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2011680"/>
            <a:ext cx="73152" cy="2468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286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1880" y="26517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62%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611880" y="3840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58% last quarter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201168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011680"/>
            <a:ext cx="73152" cy="2468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286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26517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mo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6400800" y="3840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current burn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/ FINANCE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 breakdown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went in Q2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8046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$11.4M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cash + short-term reserves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/ FINANCE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73152" cy="2926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review: 2026-08-12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finance@company.com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/ FINANCE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Carol — Finance Update</dc:title>
  <dc:subject>PptxGenJS Presentation</dc:subject>
  <dc:creator>Carol</dc:creator>
  <cp:lastModifiedBy>Carol</cp:lastModifiedBy>
  <cp:revision>1</cp:revision>
  <dcterms:created xsi:type="dcterms:W3CDTF">2026-05-11T21:03:37Z</dcterms:created>
  <dcterms:modified xsi:type="dcterms:W3CDTF">2026-05-11T21:03:37Z</dcterms:modified>
</cp:coreProperties>
</file>